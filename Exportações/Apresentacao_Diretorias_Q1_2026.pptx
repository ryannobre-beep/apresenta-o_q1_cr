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silva/Downloads/Apresentação Q1 2026 - CR/scratch/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2026-05-25T14:02:46Z</dcterms:created>
  <dcterms:modified xsi:type="dcterms:W3CDTF">2026-05-25T14:02:46Z</dcterms:modified>
</cp:coreProperties>
</file>